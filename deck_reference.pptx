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01168"/>
            <a:ext cx="8321040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097280"/>
            <a:ext cx="832104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01168"/>
            <a:ext cx="8321040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097280"/>
            <a:ext cx="5029200" cy="384048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097280"/>
            <a:ext cx="3200400" cy="384048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b="1"/>
            </a:lvl1pPr>
            <a:lvl2pPr marL="342900" indent="0">
              <a:buNone/>
              <a:defRPr b="1"/>
            </a:lvl2pPr>
            <a:lvl3pPr marL="685800" indent="0">
              <a:buNone/>
              <a:defRPr b="1"/>
            </a:lvl3pPr>
            <a:lvl4pPr marL="1028700" indent="0">
              <a:buNone/>
              <a:defRPr b="1"/>
            </a:lvl4pPr>
            <a:lvl5pPr marL="1371600" indent="0">
              <a:buNone/>
              <a:defRPr b="1"/>
            </a:lvl5pPr>
            <a:lvl6pPr marL="1714500" indent="0">
              <a:buNone/>
              <a:defRPr b="1"/>
            </a:lvl6pPr>
            <a:lvl7pPr marL="2057400" indent="0">
              <a:buNone/>
              <a:defRPr b="1"/>
            </a:lvl7pPr>
            <a:lvl8pPr marL="2400300" indent="0">
              <a:buNone/>
              <a:defRPr b="1"/>
            </a:lvl8pPr>
            <a:lvl9pPr marL="2743200" indent="0">
              <a:buNone/>
              <a:defRPr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b="1"/>
            </a:lvl1pPr>
            <a:lvl2pPr marL="342900" indent="0">
              <a:buNone/>
              <a:defRPr b="1"/>
            </a:lvl2pPr>
            <a:lvl3pPr marL="685800" indent="0">
              <a:buNone/>
              <a:defRPr b="1"/>
            </a:lvl3pPr>
            <a:lvl4pPr marL="1028700" indent="0">
              <a:buNone/>
              <a:defRPr b="1"/>
            </a:lvl4pPr>
            <a:lvl5pPr marL="1371600" indent="0">
              <a:buNone/>
              <a:defRPr b="1"/>
            </a:lvl5pPr>
            <a:lvl6pPr marL="1714500" indent="0">
              <a:buNone/>
              <a:defRPr b="1"/>
            </a:lvl6pPr>
            <a:lvl7pPr marL="2057400" indent="0">
              <a:buNone/>
              <a:defRPr b="1"/>
            </a:lvl7pPr>
            <a:lvl8pPr marL="2400300" indent="0">
              <a:buNone/>
              <a:defRPr b="1"/>
            </a:lvl8pPr>
            <a:lvl9pPr marL="2743200" indent="0">
              <a:buNone/>
              <a:defRPr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01168"/>
            <a:ext cx="8321040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defTabSz="342900" rtl="0" eaLnBrk="1" latinLnBrk="0" hangingPunct="1" algn="l">
        <a:spcBef>
          <a:spcPct val="0"/>
        </a:spcBef>
        <a:buNone/>
        <a:defRPr kern="1200" b="1" sz="2400">
          <a:solidFill>
            <a:srgbClr val="1F3A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ts val="5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ts val="500"/>
        </a:spcBef>
        <a:buFont typeface="Arial"/>
        <a:buChar char="–"/>
        <a:defRPr kern="1200" sz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ts val="5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ts val="5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F3F5F8"/>
      </a:lt2>
      <a:accent1>
        <a:srgbClr val="1F3A5F"/>
      </a:accent1>
      <a:accent2>
        <a:srgbClr val="2A9D8F"/>
      </a:accent2>
      <a:accent3>
        <a:srgbClr val="D9A441"/>
      </a:accent3>
      <a:accent4>
        <a:srgbClr val="B23A48"/>
      </a:accent4>
      <a:accent5>
        <a:srgbClr val="6B7280"/>
      </a:accent5>
      <a:accent6>
        <a:srgbClr val="3C404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